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5" d="100"/>
          <a:sy n="45" d="100"/>
        </p:scale>
        <p:origin x="196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0903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AF324-D0CC-A0B8-A4B9-513356C879A7}"/>
              </a:ext>
            </a:extLst>
          </p:cNvPr>
          <p:cNvSpPr txBox="1"/>
          <p:nvPr/>
        </p:nvSpPr>
        <p:spPr>
          <a:xfrm>
            <a:off x="1038362" y="191978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017A1-DB35-0B45-1108-AD73838DB098}"/>
              </a:ext>
            </a:extLst>
          </p:cNvPr>
          <p:cNvSpPr txBox="1"/>
          <p:nvPr/>
        </p:nvSpPr>
        <p:spPr>
          <a:xfrm>
            <a:off x="1038362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0E18E-FD5C-F6AF-4604-4FE030C0ACCC}"/>
              </a:ext>
            </a:extLst>
          </p:cNvPr>
          <p:cNvSpPr txBox="1"/>
          <p:nvPr/>
        </p:nvSpPr>
        <p:spPr>
          <a:xfrm>
            <a:off x="1038362" y="1405778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67F72F-7A09-FD4B-8F05-81CB78EAB53B}"/>
              </a:ext>
            </a:extLst>
          </p:cNvPr>
          <p:cNvSpPr txBox="1"/>
          <p:nvPr/>
        </p:nvSpPr>
        <p:spPr>
          <a:xfrm>
            <a:off x="1698988" y="2484238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D6615-B782-B8D6-A00D-0261BBD898F6}"/>
              </a:ext>
            </a:extLst>
          </p:cNvPr>
          <p:cNvSpPr txBox="1"/>
          <p:nvPr/>
        </p:nvSpPr>
        <p:spPr>
          <a:xfrm>
            <a:off x="1038362" y="304869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8F332-19F5-6514-9776-D7C39F28FAC0}"/>
              </a:ext>
            </a:extLst>
          </p:cNvPr>
          <p:cNvSpPr txBox="1"/>
          <p:nvPr/>
        </p:nvSpPr>
        <p:spPr>
          <a:xfrm>
            <a:off x="621928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4A4E3-92D2-967D-D1D7-DAA7FC2F268E}"/>
              </a:ext>
            </a:extLst>
          </p:cNvPr>
          <p:cNvSpPr txBox="1"/>
          <p:nvPr/>
        </p:nvSpPr>
        <p:spPr>
          <a:xfrm>
            <a:off x="6623143" y="854765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7BB04-9E69-1609-9B01-2214E1E82534}"/>
              </a:ext>
            </a:extLst>
          </p:cNvPr>
          <p:cNvSpPr txBox="1"/>
          <p:nvPr/>
        </p:nvSpPr>
        <p:spPr>
          <a:xfrm>
            <a:off x="6623143" y="14524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035D07-1A38-723A-2F87-FA7248A87DB5}"/>
              </a:ext>
            </a:extLst>
          </p:cNvPr>
          <p:cNvSpPr txBox="1"/>
          <p:nvPr/>
        </p:nvSpPr>
        <p:spPr>
          <a:xfrm>
            <a:off x="6623143" y="326639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621ED7-3D3A-DE40-120F-6D0E3988C09D}"/>
              </a:ext>
            </a:extLst>
          </p:cNvPr>
          <p:cNvSpPr txBox="1"/>
          <p:nvPr/>
        </p:nvSpPr>
        <p:spPr>
          <a:xfrm>
            <a:off x="6623143" y="20501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3A7A9-C1D1-BC11-C8E2-D2355A47329A}"/>
              </a:ext>
            </a:extLst>
          </p:cNvPr>
          <p:cNvSpPr txBox="1"/>
          <p:nvPr/>
        </p:nvSpPr>
        <p:spPr>
          <a:xfrm>
            <a:off x="6623143" y="2647847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68A9A4-5E7C-52BB-5F2F-97E6384C150F}"/>
              </a:ext>
            </a:extLst>
          </p:cNvPr>
          <p:cNvSpPr txBox="1"/>
          <p:nvPr/>
        </p:nvSpPr>
        <p:spPr>
          <a:xfrm>
            <a:off x="783681" y="758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BE48D-3AA1-31E0-466F-BB8931BE6963}"/>
              </a:ext>
            </a:extLst>
          </p:cNvPr>
          <p:cNvSpPr txBox="1"/>
          <p:nvPr/>
        </p:nvSpPr>
        <p:spPr>
          <a:xfrm>
            <a:off x="1342481" y="1520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933B0-5B02-23F4-86EE-C722E2E6E045}"/>
              </a:ext>
            </a:extLst>
          </p:cNvPr>
          <p:cNvSpPr txBox="1"/>
          <p:nvPr/>
        </p:nvSpPr>
        <p:spPr>
          <a:xfrm>
            <a:off x="1342481" y="198247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21085-6B51-7D76-BED9-4AB9417338D0}"/>
              </a:ext>
            </a:extLst>
          </p:cNvPr>
          <p:cNvSpPr txBox="1"/>
          <p:nvPr/>
        </p:nvSpPr>
        <p:spPr>
          <a:xfrm>
            <a:off x="1342481" y="24511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C309F9-76AC-5FBB-DD11-BFAA692D3C74}"/>
              </a:ext>
            </a:extLst>
          </p:cNvPr>
          <p:cNvSpPr txBox="1"/>
          <p:nvPr/>
        </p:nvSpPr>
        <p:spPr>
          <a:xfrm>
            <a:off x="1342481" y="291973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B11B7-2248-E08E-9703-A00F215811AB}"/>
              </a:ext>
            </a:extLst>
          </p:cNvPr>
          <p:cNvSpPr txBox="1"/>
          <p:nvPr/>
        </p:nvSpPr>
        <p:spPr>
          <a:xfrm>
            <a:off x="6371681" y="790061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7AB53-E0BC-C63B-0E82-0A6A73688EF7}"/>
              </a:ext>
            </a:extLst>
          </p:cNvPr>
          <p:cNvSpPr txBox="1"/>
          <p:nvPr/>
        </p:nvSpPr>
        <p:spPr>
          <a:xfrm>
            <a:off x="7070181" y="1520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40B7DC-0D53-0F6D-3CC4-6F2014E7ABAD}"/>
              </a:ext>
            </a:extLst>
          </p:cNvPr>
          <p:cNvSpPr txBox="1"/>
          <p:nvPr/>
        </p:nvSpPr>
        <p:spPr>
          <a:xfrm>
            <a:off x="7070181" y="20509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808629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0F5EC1-57B5-9246-02CB-A210372CC966}"/>
              </a:ext>
            </a:extLst>
          </p:cNvPr>
          <p:cNvSpPr txBox="1"/>
          <p:nvPr/>
        </p:nvSpPr>
        <p:spPr>
          <a:xfrm>
            <a:off x="542381" y="504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84EFB-70E0-F5CC-298A-14736D77F940}"/>
              </a:ext>
            </a:extLst>
          </p:cNvPr>
          <p:cNvSpPr txBox="1"/>
          <p:nvPr/>
        </p:nvSpPr>
        <p:spPr>
          <a:xfrm>
            <a:off x="1088481" y="11903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2D0C9-ECF6-06F7-D75B-C7F1F9D8655D}"/>
              </a:ext>
            </a:extLst>
          </p:cNvPr>
          <p:cNvSpPr txBox="1"/>
          <p:nvPr/>
        </p:nvSpPr>
        <p:spPr>
          <a:xfrm>
            <a:off x="440781" y="391474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0B1D8-6569-01C4-AB17-00BAECE6E637}"/>
              </a:ext>
            </a:extLst>
          </p:cNvPr>
          <p:cNvSpPr txBox="1"/>
          <p:nvPr/>
        </p:nvSpPr>
        <p:spPr>
          <a:xfrm>
            <a:off x="809081" y="44004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1AF04-7B1F-326E-6CF8-B68D78D74015}"/>
              </a:ext>
            </a:extLst>
          </p:cNvPr>
          <p:cNvSpPr txBox="1"/>
          <p:nvPr/>
        </p:nvSpPr>
        <p:spPr>
          <a:xfrm>
            <a:off x="1444081" y="18761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7B502-F333-1AB6-A1E9-86A98A6ADC78}"/>
              </a:ext>
            </a:extLst>
          </p:cNvPr>
          <p:cNvSpPr txBox="1"/>
          <p:nvPr/>
        </p:nvSpPr>
        <p:spPr>
          <a:xfrm>
            <a:off x="1266281" y="482914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89161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CE5B0-24E3-CA45-6C54-38D5D1E9FC9E}"/>
              </a:ext>
            </a:extLst>
          </p:cNvPr>
          <p:cNvSpPr txBox="1"/>
          <p:nvPr/>
        </p:nvSpPr>
        <p:spPr>
          <a:xfrm>
            <a:off x="110581" y="4146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EAB38-3CE2-C36D-F289-34133E137A04}"/>
              </a:ext>
            </a:extLst>
          </p:cNvPr>
          <p:cNvSpPr txBox="1"/>
          <p:nvPr/>
        </p:nvSpPr>
        <p:spPr>
          <a:xfrm>
            <a:off x="669381" y="50338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F47E7-5258-F12B-6A41-0CF1698D5BC2}"/>
              </a:ext>
            </a:extLst>
          </p:cNvPr>
          <p:cNvSpPr txBox="1"/>
          <p:nvPr/>
        </p:nvSpPr>
        <p:spPr>
          <a:xfrm>
            <a:off x="667476" y="9653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C826F2-46C7-F8F4-7B24-D78D41721A77}"/>
              </a:ext>
            </a:extLst>
          </p:cNvPr>
          <p:cNvSpPr txBox="1"/>
          <p:nvPr/>
        </p:nvSpPr>
        <p:spPr>
          <a:xfrm>
            <a:off x="667476" y="2258342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3DB8D-E767-33C2-EDE7-9809215B6C1A}"/>
              </a:ext>
            </a:extLst>
          </p:cNvPr>
          <p:cNvSpPr txBox="1"/>
          <p:nvPr/>
        </p:nvSpPr>
        <p:spPr>
          <a:xfrm>
            <a:off x="663076" y="495081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F399-6608-BFB5-5D62-662DBE7BE2A9}"/>
              </a:ext>
            </a:extLst>
          </p:cNvPr>
          <p:cNvSpPr txBox="1"/>
          <p:nvPr/>
        </p:nvSpPr>
        <p:spPr>
          <a:xfrm>
            <a:off x="1004933" y="139631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89BF0-B9DC-CF83-DFFD-493281632CA6}"/>
              </a:ext>
            </a:extLst>
          </p:cNvPr>
          <p:cNvSpPr txBox="1"/>
          <p:nvPr/>
        </p:nvSpPr>
        <p:spPr>
          <a:xfrm>
            <a:off x="1004933" y="1827328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55BF6-5EC6-E413-1007-830592E046EB}"/>
              </a:ext>
            </a:extLst>
          </p:cNvPr>
          <p:cNvSpPr txBox="1"/>
          <p:nvPr/>
        </p:nvSpPr>
        <p:spPr>
          <a:xfrm>
            <a:off x="1003028" y="27202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2CDA0-12F5-5A7B-3343-7E185518A40B}"/>
              </a:ext>
            </a:extLst>
          </p:cNvPr>
          <p:cNvSpPr txBox="1"/>
          <p:nvPr/>
        </p:nvSpPr>
        <p:spPr>
          <a:xfrm>
            <a:off x="1003028" y="316739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D4EBC-08D5-6172-3CB8-98A4DB377EB5}"/>
              </a:ext>
            </a:extLst>
          </p:cNvPr>
          <p:cNvSpPr txBox="1"/>
          <p:nvPr/>
        </p:nvSpPr>
        <p:spPr>
          <a:xfrm>
            <a:off x="998628" y="450367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46817-11A8-A9D0-1FD9-1C88F2F8D6BE}"/>
              </a:ext>
            </a:extLst>
          </p:cNvPr>
          <p:cNvSpPr txBox="1"/>
          <p:nvPr/>
        </p:nvSpPr>
        <p:spPr>
          <a:xfrm>
            <a:off x="4691790" y="3604461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B8364-0406-E1DA-2C52-E02981F0FC1D}"/>
              </a:ext>
            </a:extLst>
          </p:cNvPr>
          <p:cNvSpPr txBox="1"/>
          <p:nvPr/>
        </p:nvSpPr>
        <p:spPr>
          <a:xfrm>
            <a:off x="5316949" y="498511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5DAC2-EEE3-1873-E657-1790B2E43388}"/>
              </a:ext>
            </a:extLst>
          </p:cNvPr>
          <p:cNvSpPr txBox="1"/>
          <p:nvPr/>
        </p:nvSpPr>
        <p:spPr>
          <a:xfrm>
            <a:off x="4985525" y="4056664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8CB29-826E-426D-C4A8-BADC4611EE6B}"/>
              </a:ext>
            </a:extLst>
          </p:cNvPr>
          <p:cNvSpPr txBox="1"/>
          <p:nvPr/>
        </p:nvSpPr>
        <p:spPr>
          <a:xfrm>
            <a:off x="4985525" y="451886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6A4599-E218-7F5B-320B-B00226D769EB}"/>
              </a:ext>
            </a:extLst>
          </p:cNvPr>
          <p:cNvSpPr txBox="1"/>
          <p:nvPr/>
        </p:nvSpPr>
        <p:spPr>
          <a:xfrm>
            <a:off x="5586142" y="542392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7CAB5-011D-0507-69F7-9D43BB52B663}"/>
              </a:ext>
            </a:extLst>
          </p:cNvPr>
          <p:cNvSpPr txBox="1"/>
          <p:nvPr/>
        </p:nvSpPr>
        <p:spPr>
          <a:xfrm>
            <a:off x="4985525" y="5876130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11505-87DC-9075-2BCF-84D5FD693683}"/>
              </a:ext>
            </a:extLst>
          </p:cNvPr>
          <p:cNvSpPr txBox="1"/>
          <p:nvPr/>
        </p:nvSpPr>
        <p:spPr>
          <a:xfrm>
            <a:off x="5855335" y="88813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1A688E-961A-24DD-9D1B-F4C58C20FF28}"/>
              </a:ext>
            </a:extLst>
          </p:cNvPr>
          <p:cNvSpPr txBox="1"/>
          <p:nvPr/>
        </p:nvSpPr>
        <p:spPr>
          <a:xfrm>
            <a:off x="6149070" y="134533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A5932-8A06-F4D0-D5D0-71BD4F04273C}"/>
              </a:ext>
            </a:extLst>
          </p:cNvPr>
          <p:cNvSpPr txBox="1"/>
          <p:nvPr/>
        </p:nvSpPr>
        <p:spPr>
          <a:xfrm>
            <a:off x="5586142" y="44157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BFCFD1-2F0A-5041-C544-919CEB4243D5}"/>
              </a:ext>
            </a:extLst>
          </p:cNvPr>
          <p:cNvSpPr txBox="1"/>
          <p:nvPr/>
        </p:nvSpPr>
        <p:spPr>
          <a:xfrm>
            <a:off x="5855335" y="251833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C42B7-917A-6444-4B5C-808B889965AC}"/>
              </a:ext>
            </a:extLst>
          </p:cNvPr>
          <p:cNvSpPr txBox="1"/>
          <p:nvPr/>
        </p:nvSpPr>
        <p:spPr>
          <a:xfrm>
            <a:off x="6096000" y="2970533"/>
            <a:ext cx="337112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BAF2B-FC4C-AA4B-D01E-43A0876A4041}"/>
              </a:ext>
            </a:extLst>
          </p:cNvPr>
          <p:cNvSpPr txBox="1"/>
          <p:nvPr/>
        </p:nvSpPr>
        <p:spPr>
          <a:xfrm>
            <a:off x="5586142" y="2081059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81BF18D-EC8D-5B0A-2F36-2274C70C2A5F}"/>
              </a:ext>
            </a:extLst>
          </p:cNvPr>
          <p:cNvCxnSpPr>
            <a:stCxn id="9" idx="3"/>
            <a:endCxn id="27" idx="1"/>
          </p:cNvCxnSpPr>
          <p:nvPr/>
        </p:nvCxnSpPr>
        <p:spPr>
          <a:xfrm flipV="1">
            <a:off x="4376057" y="641630"/>
            <a:ext cx="1210085" cy="954739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B9DE1D-7A34-E5A5-AF16-F564DA7D9C98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4376057" y="2027383"/>
            <a:ext cx="1210085" cy="253731"/>
          </a:xfrm>
          <a:prstGeom prst="straightConnector1">
            <a:avLst/>
          </a:prstGeom>
          <a:ln w="57150"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511B3A-5A84-AAC3-1BAF-E132B538220D}"/>
              </a:ext>
            </a:extLst>
          </p:cNvPr>
          <p:cNvSpPr txBox="1"/>
          <p:nvPr/>
        </p:nvSpPr>
        <p:spPr>
          <a:xfrm>
            <a:off x="1003028" y="3612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DE29C1-87C5-A439-6DB9-3F9397C706DD}"/>
              </a:ext>
            </a:extLst>
          </p:cNvPr>
          <p:cNvSpPr txBox="1"/>
          <p:nvPr/>
        </p:nvSpPr>
        <p:spPr>
          <a:xfrm>
            <a:off x="998628" y="4072663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24942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308</Words>
  <Application>Microsoft Office PowerPoint</Application>
  <PresentationFormat>Widescreen</PresentationFormat>
  <Paragraphs>50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25</cp:revision>
  <dcterms:created xsi:type="dcterms:W3CDTF">2025-12-01T01:28:05Z</dcterms:created>
  <dcterms:modified xsi:type="dcterms:W3CDTF">2025-12-12T01:23:29Z</dcterms:modified>
</cp:coreProperties>
</file>