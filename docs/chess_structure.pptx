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76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CB33C-54B9-B552-3D96-B18C8B851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7323C5-EAE3-EE42-9EF4-93600C858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5F751-E9F5-A0E3-0585-FAED347DA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D2D6C-91C9-DDA7-5182-717ECA7E6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59074-D4FA-BCC5-0421-DBC405B10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49270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4421-44CE-C74B-F75E-2379BAEA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151EA-48EC-3E78-0E2F-4B638F297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CA824-E8F9-BE36-66A0-E521ACBF8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37A23-537F-E21C-9C08-070E4F9F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2D25-D540-34EC-5BB2-A72D389A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337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22B-1D0E-AA9B-823C-96096F0C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42674-48BB-9391-6716-1466B290B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49CD1-0E55-F948-CDFD-655613DE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12BC5-DD39-DFCD-496C-8F70487C6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D43F-FBE7-0643-2F20-C8746765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51869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BFF-6FE7-AAC5-8D87-D8F0C5BB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1516-DC48-85E9-4E0F-C980A490AC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C3A13-DC69-D400-1E46-47E6BCE55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78B3C5-D527-F880-A49E-23A1DEEDA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22D546-4039-5C75-65D3-0979646C6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E6F8B-CC3F-8550-1A38-2D5613E87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4254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C1AEF-4651-7500-F039-0ABA1F58D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013EC-11CC-6512-2AD9-060B01E4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66BEF-E1D3-A405-5F92-10B4F9535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66F91-9666-246B-7DE9-069405804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B4EDFB-C0C9-31F9-BDF1-65FB8C19A3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22F749-BF79-DFE5-B60E-A11DA965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7C3DD-E8FE-7B0E-0776-5758AF80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06F4A9-4B40-81A2-BDA5-A898B9BD6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744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9538-96B0-792F-2A35-0E3325414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64B77-243A-BF8E-BD4B-EBDB7ED91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F7D7D-89FC-CE03-D698-8C7A48EBD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618716-B5BF-89D5-702A-A339AE3C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38344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3A88E-4897-98EB-13BE-2FC308D29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8E423B-B3E3-ABEC-D407-A178940C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6015A-FCA4-B98A-25DF-4B6D5274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3343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62A8C-0B20-886E-465B-44C9DABC7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8957F-73B0-653F-9F43-58172C60E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6251B-8CAB-0B00-D192-9CE09EC56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50C5C7-6535-2786-8A1A-256F6D6DA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20E4F-67D1-014E-CE26-7BEA168D2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0A6FB-CB3C-1FE3-DCD3-7AD89C40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17569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6615-C5DF-4636-206E-55B5AC865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E1EC99-5FE8-2EA3-F2A9-2BA2DA6532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CA6232-F07F-AF2A-3F5F-18FFB47F5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994A17-841B-15E9-052D-644D0954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2FB5E-1253-4F06-8E7B-857D63ED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BF8B9-92AF-750C-7D3E-803CD7850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676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064C-105A-19D7-7E75-763E096F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BA0A4-6D3C-546B-900C-3F97A95FB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0327F-CCF0-E4F5-1756-44C90735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1E574-F06A-5B0A-1DA1-BD27AB260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46731-4945-210F-0237-EF12BDE6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5219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F38A81-4AB4-A7D4-4184-1322DDCA9E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BC69D-C5EA-20DF-16ED-2ABDF694F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FA055-0EC0-D834-9CAC-D22E61966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BCEA9-BF8D-6807-201E-3F34CB9A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6C2E4-60A2-C779-42C0-0EB537E1F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890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055FD-E3A0-0977-2A1E-45EA48DA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3D88D-B65B-6106-1179-9A3DB2DB0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894A5-3E36-75C0-0B84-7FCBC8F38E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6F9F8-2D2A-4D0A-8098-1A54311CFD56}" type="datetimeFigureOut">
              <a:rPr lang="fr-CA" smtClean="0"/>
              <a:t>2025-11-30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F8D10-C16C-2462-7009-0034FDDBF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44ADD-8682-280D-149F-5110AB9C58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86119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F5258-07E7-A1EC-E3FB-0F8BB1BF2A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72CD4-763B-6D8C-8CC1-3E3701646A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73185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4CB15-AB9F-F7F6-BFDF-D26BB426BA6B}"/>
              </a:ext>
            </a:extLst>
          </p:cNvPr>
          <p:cNvSpPr txBox="1"/>
          <p:nvPr/>
        </p:nvSpPr>
        <p:spPr>
          <a:xfrm>
            <a:off x="4552406" y="726803"/>
            <a:ext cx="2579914" cy="52322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play()</a:t>
            </a:r>
            <a:endParaRPr lang="fr-CA" sz="2800" dirty="0"/>
          </a:p>
        </p:txBody>
      </p:sp>
    </p:spTree>
    <p:extLst>
      <p:ext uri="{BB962C8B-B14F-4D97-AF65-F5344CB8AC3E}">
        <p14:creationId xmlns:p14="http://schemas.microsoft.com/office/powerpoint/2010/main" val="1840652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2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 Qing Xiao</dc:creator>
  <cp:lastModifiedBy>Yi Qing Xiao</cp:lastModifiedBy>
  <cp:revision>1</cp:revision>
  <dcterms:created xsi:type="dcterms:W3CDTF">2025-12-01T01:28:05Z</dcterms:created>
  <dcterms:modified xsi:type="dcterms:W3CDTF">2025-12-01T03:02:27Z</dcterms:modified>
</cp:coreProperties>
</file>