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920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2025-12-12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191978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1038362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1038362" y="140577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1698988" y="2484238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04869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6623143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6623143" y="14524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6623143" y="326639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21ED7-3D3A-DE40-120F-6D0E3988C09D}"/>
              </a:ext>
            </a:extLst>
          </p:cNvPr>
          <p:cNvSpPr txBox="1"/>
          <p:nvPr/>
        </p:nvSpPr>
        <p:spPr>
          <a:xfrm>
            <a:off x="6623143" y="20501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3A7A9-C1D1-BC11-C8E2-D2355A47329A}"/>
              </a:ext>
            </a:extLst>
          </p:cNvPr>
          <p:cNvSpPr txBox="1"/>
          <p:nvPr/>
        </p:nvSpPr>
        <p:spPr>
          <a:xfrm>
            <a:off x="6623143" y="264784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77612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BB82F0-A236-E7D9-A6A2-43E34808568D}"/>
              </a:ext>
            </a:extLst>
          </p:cNvPr>
          <p:cNvSpPr txBox="1"/>
          <p:nvPr/>
        </p:nvSpPr>
        <p:spPr>
          <a:xfrm>
            <a:off x="1444081" y="2243062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3076" y="495081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998628" y="450367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4985525" y="4971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4985525" y="405666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4985525" y="451886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586142" y="542392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02265" y="6594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096000" y="111661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33072" y="212857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1BF18D-EC8D-5B0A-2F36-2274C70C2A5F}"/>
              </a:ext>
            </a:extLst>
          </p:cNvPr>
          <p:cNvCxnSpPr>
            <a:stCxn id="9" idx="3"/>
            <a:endCxn id="27" idx="1"/>
          </p:cNvCxnSpPr>
          <p:nvPr/>
        </p:nvCxnSpPr>
        <p:spPr>
          <a:xfrm flipV="1">
            <a:off x="4376057" y="412912"/>
            <a:ext cx="1157015" cy="1183457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B9DE1D-7A34-E5A5-AF16-F564DA7D9C98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4376057" y="2027383"/>
            <a:ext cx="1210085" cy="253731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511B3A-5A84-AAC3-1BAF-E132B538220D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DE29C1-87C5-A439-6DB9-3F9397C706DD}"/>
              </a:ext>
            </a:extLst>
          </p:cNvPr>
          <p:cNvSpPr txBox="1"/>
          <p:nvPr/>
        </p:nvSpPr>
        <p:spPr>
          <a:xfrm>
            <a:off x="998628" y="4072663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0A98F0-EF5E-26C8-FEFE-C6EE4098E80A}"/>
              </a:ext>
            </a:extLst>
          </p:cNvPr>
          <p:cNvSpPr txBox="1"/>
          <p:nvPr/>
        </p:nvSpPr>
        <p:spPr>
          <a:xfrm>
            <a:off x="6096000" y="1557269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1275</TotalTime>
  <Words>314</Words>
  <Application>Microsoft Office PowerPoint</Application>
  <PresentationFormat>Widescreen</PresentationFormat>
  <Paragraphs>52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28</cp:revision>
  <dcterms:created xsi:type="dcterms:W3CDTF">2025-12-01T01:28:05Z</dcterms:created>
  <dcterms:modified xsi:type="dcterms:W3CDTF">2025-12-13T18:13:27Z</dcterms:modified>
</cp:coreProperties>
</file>