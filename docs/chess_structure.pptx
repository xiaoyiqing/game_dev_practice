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92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B33C-54B9-B552-3D96-B18C8B851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323C5-EAE3-EE42-9EF4-93600C858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5F751-E9F5-A0E3-0585-FAED347D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2D6C-91C9-DDA7-5182-717ECA7E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59074-D4FA-BCC5-0421-DBC405B1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4927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4421-44CE-C74B-F75E-2379BAEA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151EA-48EC-3E78-0E2F-4B638F297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CA824-E8F9-BE36-66A0-E521ACBF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37A23-537F-E21C-9C08-070E4F9F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F2D25-D540-34EC-5BB2-A72D389A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379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D22B-1D0E-AA9B-823C-96096F0CF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42674-48BB-9391-6716-1466B290B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49CD1-0E55-F948-CDFD-655613DE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12BC5-DD39-DFCD-496C-8F70487C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D43F-FBE7-0643-2F20-C8746765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5186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BFF-6FE7-AAC5-8D87-D8F0C5BB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C1516-DC48-85E9-4E0F-C980A490A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C3A13-DC69-D400-1E46-47E6BCE55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8B3C5-D527-F880-A49E-23A1DEED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2D546-4039-5C75-65D3-0979646C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E6F8B-CC3F-8550-1A38-2D5613E8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254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1AEF-4651-7500-F039-0ABA1F58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013EC-11CC-6512-2AD9-060B01E49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66BEF-E1D3-A405-5F92-10B4F953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66F91-9666-246B-7DE9-069405804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B4EDFB-C0C9-31F9-BDF1-65FB8C19A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2F749-BF79-DFE5-B60E-A11DA965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7C3DD-E8FE-7B0E-0776-5758AF80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06F4A9-4B40-81A2-BDA5-A898B9BD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744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9538-96B0-792F-2A35-0E332541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64B77-243A-BF8E-BD4B-EBDB7ED9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F7D7D-89FC-CE03-D698-8C7A48EB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18716-B5BF-89D5-702A-A339AE3C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834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3A88E-4897-98EB-13BE-2FC308D29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E423B-B3E3-ABEC-D407-A178940C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6015A-FCA4-B98A-25DF-4B6D5274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3343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2A8C-0B20-886E-465B-44C9DABC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8957F-73B0-653F-9F43-58172C60E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6251B-8CAB-0B00-D192-9CE09EC56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0C5C7-6535-2786-8A1A-256F6D6D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20E4F-67D1-014E-CE26-7BEA168D2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0A6FB-CB3C-1FE3-DCD3-7AD89C40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756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6615-C5DF-4636-206E-55B5AC865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1EC99-5FE8-2EA3-F2A9-2BA2DA653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A6232-F07F-AF2A-3F5F-18FFB47F5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94A17-841B-15E9-052D-644D09541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2FB5E-1253-4F06-8E7B-857D63ED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BF8B9-92AF-750C-7D3E-803CD785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76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064C-105A-19D7-7E75-763E096F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BA0A4-6D3C-546B-900C-3F97A95FB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0327F-CCF0-E4F5-1756-44C90735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E574-F06A-5B0A-1DA1-BD27AB26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46731-4945-210F-0237-EF12BDE6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219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38A81-4AB4-A7D4-4184-1322DDCA9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BC69D-C5EA-20DF-16ED-2ABDF694F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FA055-0EC0-D834-9CAC-D22E6196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BCEA9-BF8D-6807-201E-3F34CB9A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6C2E4-60A2-C779-42C0-0EB537E1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890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055FD-E3A0-0977-2A1E-45EA48DA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3D88D-B65B-6106-1179-9A3DB2DB0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894A5-3E36-75C0-0B84-7FCBC8F38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6F9F8-2D2A-4D0A-8098-1A54311CFD56}" type="datetimeFigureOut">
              <a:rPr lang="fr-CA" smtClean="0"/>
              <a:t>2025-12-11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F8D10-C16C-2462-7009-0034FDDBF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44ADD-8682-280D-149F-5110AB9C5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554BF-17EA-4789-800D-92FBABB77BB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8611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5258-07E7-A1EC-E3FB-0F8BB1BF2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72CD4-763B-6D8C-8CC1-3E3701646A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3185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44CB15-AB9F-F7F6-BFDF-D26BB426BA6B}"/>
              </a:ext>
            </a:extLst>
          </p:cNvPr>
          <p:cNvSpPr txBox="1"/>
          <p:nvPr/>
        </p:nvSpPr>
        <p:spPr>
          <a:xfrm>
            <a:off x="409031" y="326753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ply(…)</a:t>
            </a:r>
            <a:endParaRPr lang="fr-CA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AF324-D0CC-A0B8-A4B9-513356C879A7}"/>
              </a:ext>
            </a:extLst>
          </p:cNvPr>
          <p:cNvSpPr txBox="1"/>
          <p:nvPr/>
        </p:nvSpPr>
        <p:spPr>
          <a:xfrm>
            <a:off x="1038362" y="924447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play(…)</a:t>
            </a:r>
            <a:endParaRPr lang="fr-CA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017A1-DB35-0B45-1108-AD73838DB098}"/>
              </a:ext>
            </a:extLst>
          </p:cNvPr>
          <p:cNvSpPr txBox="1"/>
          <p:nvPr/>
        </p:nvSpPr>
        <p:spPr>
          <a:xfrm>
            <a:off x="2071144" y="1522141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is_move_valid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0E18E-FD5C-F6AF-4604-4FE030C0ACCC}"/>
              </a:ext>
            </a:extLst>
          </p:cNvPr>
          <p:cNvSpPr txBox="1"/>
          <p:nvPr/>
        </p:nvSpPr>
        <p:spPr>
          <a:xfrm>
            <a:off x="2071144" y="2145998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is_atk_valid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7F72F-7A09-FD4B-8F05-81CB78EAB53B}"/>
              </a:ext>
            </a:extLst>
          </p:cNvPr>
          <p:cNvSpPr txBox="1"/>
          <p:nvPr/>
        </p:nvSpPr>
        <p:spPr>
          <a:xfrm>
            <a:off x="2071144" y="2891360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upd_post_play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D6615-B782-B8D6-A00D-0261BBD898F6}"/>
              </a:ext>
            </a:extLst>
          </p:cNvPr>
          <p:cNvSpPr txBox="1"/>
          <p:nvPr/>
        </p:nvSpPr>
        <p:spPr>
          <a:xfrm>
            <a:off x="1038362" y="3636722"/>
            <a:ext cx="3051038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upd_end_game_state</a:t>
            </a:r>
            <a:r>
              <a:rPr lang="fr-CA" sz="2000" dirty="0"/>
              <a:t>(…)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8F332-19F5-6514-9776-D7C39F28FAC0}"/>
              </a:ext>
            </a:extLst>
          </p:cNvPr>
          <p:cNvSpPr txBox="1"/>
          <p:nvPr/>
        </p:nvSpPr>
        <p:spPr>
          <a:xfrm>
            <a:off x="6219281" y="326753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ply_ag_comm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4A4E3-92D2-967D-D1D7-DAA7FC2F268E}"/>
              </a:ext>
            </a:extLst>
          </p:cNvPr>
          <p:cNvSpPr txBox="1"/>
          <p:nvPr/>
        </p:nvSpPr>
        <p:spPr>
          <a:xfrm>
            <a:off x="7152732" y="924447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is_atk_valid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67BB04-9E69-1609-9B01-2214E1E82534}"/>
              </a:ext>
            </a:extLst>
          </p:cNvPr>
          <p:cNvSpPr txBox="1"/>
          <p:nvPr/>
        </p:nvSpPr>
        <p:spPr>
          <a:xfrm>
            <a:off x="7152732" y="1522141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is_move_valid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3C98B4-7696-AA0E-9B30-332C49B37935}"/>
              </a:ext>
            </a:extLst>
          </p:cNvPr>
          <p:cNvSpPr txBox="1"/>
          <p:nvPr/>
        </p:nvSpPr>
        <p:spPr>
          <a:xfrm>
            <a:off x="7152732" y="2119835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ply(…)</a:t>
            </a:r>
            <a:endParaRPr lang="fr-CA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35D07-1A38-723A-2F87-FA7248A87DB5}"/>
              </a:ext>
            </a:extLst>
          </p:cNvPr>
          <p:cNvSpPr txBox="1"/>
          <p:nvPr/>
        </p:nvSpPr>
        <p:spPr>
          <a:xfrm>
            <a:off x="7152732" y="2717529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promote</a:t>
            </a:r>
            <a:r>
              <a:rPr lang="en-US" sz="2000" dirty="0"/>
              <a:t>(…)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184065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68A9A4-5E7C-52BB-5F2F-97E6384C150F}"/>
              </a:ext>
            </a:extLst>
          </p:cNvPr>
          <p:cNvSpPr txBox="1"/>
          <p:nvPr/>
        </p:nvSpPr>
        <p:spPr>
          <a:xfrm>
            <a:off x="783681" y="758553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minmaxAB_loop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BE48D-3AA1-31E0-466F-BB8931BE6963}"/>
              </a:ext>
            </a:extLst>
          </p:cNvPr>
          <p:cNvSpPr txBox="1"/>
          <p:nvPr/>
        </p:nvSpPr>
        <p:spPr>
          <a:xfrm>
            <a:off x="1342481" y="1520553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gameStateEval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933B0-5B02-23F4-86EE-C722E2E6E045}"/>
              </a:ext>
            </a:extLst>
          </p:cNvPr>
          <p:cNvSpPr txBox="1"/>
          <p:nvPr/>
        </p:nvSpPr>
        <p:spPr>
          <a:xfrm>
            <a:off x="1342481" y="1982470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dirty="0" err="1"/>
              <a:t>get_all_psbl_alg_comm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21085-6B51-7D76-BED9-4AB9417338D0}"/>
              </a:ext>
            </a:extLst>
          </p:cNvPr>
          <p:cNvSpPr txBox="1"/>
          <p:nvPr/>
        </p:nvSpPr>
        <p:spPr>
          <a:xfrm>
            <a:off x="1342481" y="2451100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ply_ag_comm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309F9-76AC-5FBB-DD11-BFAA692D3C74}"/>
              </a:ext>
            </a:extLst>
          </p:cNvPr>
          <p:cNvSpPr txBox="1"/>
          <p:nvPr/>
        </p:nvSpPr>
        <p:spPr>
          <a:xfrm>
            <a:off x="1342481" y="2919730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minmaxAB_loop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B11B7-2248-E08E-9703-A00F215811AB}"/>
              </a:ext>
            </a:extLst>
          </p:cNvPr>
          <p:cNvSpPr txBox="1"/>
          <p:nvPr/>
        </p:nvSpPr>
        <p:spPr>
          <a:xfrm>
            <a:off x="6371681" y="790061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dirty="0" err="1"/>
              <a:t>get_all_psbl_alg_comm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7AB53-E0BC-C63B-0E82-0A6A73688EF7}"/>
              </a:ext>
            </a:extLst>
          </p:cNvPr>
          <p:cNvSpPr txBox="1"/>
          <p:nvPr/>
        </p:nvSpPr>
        <p:spPr>
          <a:xfrm>
            <a:off x="7070181" y="1520553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get_all_valid_atks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40B7DC-0D53-0F6D-3CC4-6F2014E7ABAD}"/>
              </a:ext>
            </a:extLst>
          </p:cNvPr>
          <p:cNvSpPr txBox="1"/>
          <p:nvPr/>
        </p:nvSpPr>
        <p:spPr>
          <a:xfrm>
            <a:off x="7070181" y="2050990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get_all_valid_moves</a:t>
            </a:r>
            <a:r>
              <a:rPr lang="en-US" sz="2000" dirty="0"/>
              <a:t>(…)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380862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0F5EC1-57B5-9246-02CB-A210372CC966}"/>
              </a:ext>
            </a:extLst>
          </p:cNvPr>
          <p:cNvSpPr txBox="1"/>
          <p:nvPr/>
        </p:nvSpPr>
        <p:spPr>
          <a:xfrm>
            <a:off x="542381" y="504553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get_all_valid_atks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84EFB-70E0-F5CC-298A-14736D77F940}"/>
              </a:ext>
            </a:extLst>
          </p:cNvPr>
          <p:cNvSpPr txBox="1"/>
          <p:nvPr/>
        </p:nvSpPr>
        <p:spPr>
          <a:xfrm>
            <a:off x="1088481" y="1190353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dirty="0" err="1"/>
              <a:t>get_all_valid_atk_sq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52D0C9-ECF6-06F7-D75B-C7F1F9D8655D}"/>
              </a:ext>
            </a:extLst>
          </p:cNvPr>
          <p:cNvSpPr txBox="1"/>
          <p:nvPr/>
        </p:nvSpPr>
        <p:spPr>
          <a:xfrm>
            <a:off x="440781" y="3914745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get_all_valid_moves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50B1D8-6569-01C4-AB17-00BAECE6E637}"/>
              </a:ext>
            </a:extLst>
          </p:cNvPr>
          <p:cNvSpPr txBox="1"/>
          <p:nvPr/>
        </p:nvSpPr>
        <p:spPr>
          <a:xfrm>
            <a:off x="809081" y="4400490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dirty="0" err="1"/>
              <a:t>get_all_valid_move_sq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1AF04-7B1F-326E-6CF8-B68D78D74015}"/>
              </a:ext>
            </a:extLst>
          </p:cNvPr>
          <p:cNvSpPr txBox="1"/>
          <p:nvPr/>
        </p:nvSpPr>
        <p:spPr>
          <a:xfrm>
            <a:off x="1444081" y="1876153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get_all_atk_sq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67B502-F333-1AB6-A1E9-86A98A6ADC78}"/>
              </a:ext>
            </a:extLst>
          </p:cNvPr>
          <p:cNvSpPr txBox="1"/>
          <p:nvPr/>
        </p:nvSpPr>
        <p:spPr>
          <a:xfrm>
            <a:off x="1266281" y="4829144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is_move_valid</a:t>
            </a:r>
            <a:r>
              <a:rPr lang="en-US" sz="2000" dirty="0"/>
              <a:t>(…)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89161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CE5B0-24E3-CA45-6C54-38D5D1E9FC9E}"/>
              </a:ext>
            </a:extLst>
          </p:cNvPr>
          <p:cNvSpPr txBox="1"/>
          <p:nvPr/>
        </p:nvSpPr>
        <p:spPr>
          <a:xfrm>
            <a:off x="110581" y="41465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minmaxAB_loop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EAB38-3CE2-C36D-F289-34133E137A04}"/>
              </a:ext>
            </a:extLst>
          </p:cNvPr>
          <p:cNvSpPr txBox="1"/>
          <p:nvPr/>
        </p:nvSpPr>
        <p:spPr>
          <a:xfrm>
            <a:off x="669381" y="503382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gameStateEval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F47E7-5258-F12B-6A41-0CF1698D5BC2}"/>
              </a:ext>
            </a:extLst>
          </p:cNvPr>
          <p:cNvSpPr txBox="1"/>
          <p:nvPr/>
        </p:nvSpPr>
        <p:spPr>
          <a:xfrm>
            <a:off x="667476" y="965300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dirty="0" err="1"/>
              <a:t>get_all_psbl_alg_comm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826F2-46C7-F8F4-7B24-D78D41721A77}"/>
              </a:ext>
            </a:extLst>
          </p:cNvPr>
          <p:cNvSpPr txBox="1"/>
          <p:nvPr/>
        </p:nvSpPr>
        <p:spPr>
          <a:xfrm>
            <a:off x="667476" y="2258342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ply_ag_comm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3DB8D-E767-33C2-EDE7-9809215B6C1A}"/>
              </a:ext>
            </a:extLst>
          </p:cNvPr>
          <p:cNvSpPr txBox="1"/>
          <p:nvPr/>
        </p:nvSpPr>
        <p:spPr>
          <a:xfrm>
            <a:off x="667476" y="4506340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minmaxAB_loop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AF399-6608-BFB5-5D62-662DBE7BE2A9}"/>
              </a:ext>
            </a:extLst>
          </p:cNvPr>
          <p:cNvSpPr txBox="1"/>
          <p:nvPr/>
        </p:nvSpPr>
        <p:spPr>
          <a:xfrm>
            <a:off x="1004933" y="1396314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get_all_valid_atks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89BF0-B9DC-CF83-DFFD-493281632CA6}"/>
              </a:ext>
            </a:extLst>
          </p:cNvPr>
          <p:cNvSpPr txBox="1"/>
          <p:nvPr/>
        </p:nvSpPr>
        <p:spPr>
          <a:xfrm>
            <a:off x="1004933" y="1827328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get_all_valid_moves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55BF6-5EC6-E413-1007-830592E046EB}"/>
              </a:ext>
            </a:extLst>
          </p:cNvPr>
          <p:cNvSpPr txBox="1"/>
          <p:nvPr/>
        </p:nvSpPr>
        <p:spPr>
          <a:xfrm>
            <a:off x="1003028" y="2720259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is_atk_valid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2CDA0-12F5-5A7B-3343-7E185518A40B}"/>
              </a:ext>
            </a:extLst>
          </p:cNvPr>
          <p:cNvSpPr txBox="1"/>
          <p:nvPr/>
        </p:nvSpPr>
        <p:spPr>
          <a:xfrm>
            <a:off x="1003028" y="3167397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is_move_valid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13A9EB-813E-55FA-2F6E-5359E0019D53}"/>
              </a:ext>
            </a:extLst>
          </p:cNvPr>
          <p:cNvSpPr txBox="1"/>
          <p:nvPr/>
        </p:nvSpPr>
        <p:spPr>
          <a:xfrm>
            <a:off x="1003028" y="3612064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ply(…)</a:t>
            </a:r>
            <a:endParaRPr lang="fr-CA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D4EBC-08D5-6172-3CB8-98A4DB377EB5}"/>
              </a:ext>
            </a:extLst>
          </p:cNvPr>
          <p:cNvSpPr txBox="1"/>
          <p:nvPr/>
        </p:nvSpPr>
        <p:spPr>
          <a:xfrm>
            <a:off x="1003028" y="4059202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promote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46817-11A8-A9D0-1FD9-1C88F2F8D6BE}"/>
              </a:ext>
            </a:extLst>
          </p:cNvPr>
          <p:cNvSpPr txBox="1"/>
          <p:nvPr/>
        </p:nvSpPr>
        <p:spPr>
          <a:xfrm>
            <a:off x="4691790" y="3604461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ply(…)</a:t>
            </a:r>
            <a:endParaRPr lang="fr-CA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BB8364-0406-E1DA-2C52-E02981F0FC1D}"/>
              </a:ext>
            </a:extLst>
          </p:cNvPr>
          <p:cNvSpPr txBox="1"/>
          <p:nvPr/>
        </p:nvSpPr>
        <p:spPr>
          <a:xfrm>
            <a:off x="4985525" y="4056884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play(…)</a:t>
            </a:r>
            <a:endParaRPr lang="fr-CA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85DAC2-EEE3-1873-E657-1790B2E43388}"/>
              </a:ext>
            </a:extLst>
          </p:cNvPr>
          <p:cNvSpPr txBox="1"/>
          <p:nvPr/>
        </p:nvSpPr>
        <p:spPr>
          <a:xfrm>
            <a:off x="5316949" y="4509087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is_move_valid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B8CB29-826E-426D-C4A8-BADC4611EE6B}"/>
              </a:ext>
            </a:extLst>
          </p:cNvPr>
          <p:cNvSpPr txBox="1"/>
          <p:nvPr/>
        </p:nvSpPr>
        <p:spPr>
          <a:xfrm>
            <a:off x="5316949" y="4971284"/>
            <a:ext cx="257991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is_atk_valid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6A4599-E218-7F5B-320B-B00226D769EB}"/>
              </a:ext>
            </a:extLst>
          </p:cNvPr>
          <p:cNvSpPr txBox="1"/>
          <p:nvPr/>
        </p:nvSpPr>
        <p:spPr>
          <a:xfrm>
            <a:off x="5316949" y="5423707"/>
            <a:ext cx="257991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upd_post_play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97CAB5-011D-0507-69F7-9D43BB52B663}"/>
              </a:ext>
            </a:extLst>
          </p:cNvPr>
          <p:cNvSpPr txBox="1"/>
          <p:nvPr/>
        </p:nvSpPr>
        <p:spPr>
          <a:xfrm>
            <a:off x="4985525" y="5876130"/>
            <a:ext cx="3051038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upd_end_game_state</a:t>
            </a:r>
            <a:r>
              <a:rPr lang="fr-CA" sz="2000" dirty="0"/>
              <a:t>(…)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A11505-87DC-9075-2BCF-84D5FD693683}"/>
              </a:ext>
            </a:extLst>
          </p:cNvPr>
          <p:cNvSpPr txBox="1"/>
          <p:nvPr/>
        </p:nvSpPr>
        <p:spPr>
          <a:xfrm>
            <a:off x="5855335" y="888135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dirty="0" err="1"/>
              <a:t>get_all_valid_atk_sq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1A688E-961A-24DD-9D1B-F4C58C20FF28}"/>
              </a:ext>
            </a:extLst>
          </p:cNvPr>
          <p:cNvSpPr txBox="1"/>
          <p:nvPr/>
        </p:nvSpPr>
        <p:spPr>
          <a:xfrm>
            <a:off x="6149070" y="1345335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get_all_atk_sq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AA5932-8A06-F4D0-D5D0-71BD4F04273C}"/>
              </a:ext>
            </a:extLst>
          </p:cNvPr>
          <p:cNvSpPr txBox="1"/>
          <p:nvPr/>
        </p:nvSpPr>
        <p:spPr>
          <a:xfrm>
            <a:off x="5586142" y="441575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get_all_valid_atks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BFCFD1-2F0A-5041-C544-919CEB4243D5}"/>
              </a:ext>
            </a:extLst>
          </p:cNvPr>
          <p:cNvSpPr txBox="1"/>
          <p:nvPr/>
        </p:nvSpPr>
        <p:spPr>
          <a:xfrm>
            <a:off x="5855335" y="2518330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dirty="0" err="1"/>
              <a:t>get_all_valid_move_sq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7C42B7-917A-6444-4B5C-808B889965AC}"/>
              </a:ext>
            </a:extLst>
          </p:cNvPr>
          <p:cNvSpPr txBox="1"/>
          <p:nvPr/>
        </p:nvSpPr>
        <p:spPr>
          <a:xfrm>
            <a:off x="6096000" y="2970533"/>
            <a:ext cx="3371124" cy="4001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is_move_valid</a:t>
            </a:r>
            <a:r>
              <a:rPr lang="en-US" sz="2000" dirty="0"/>
              <a:t>(…)</a:t>
            </a:r>
            <a:endParaRPr lang="fr-CA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9BAF2B-FC4C-AA4B-D01E-43A0876A4041}"/>
              </a:ext>
            </a:extLst>
          </p:cNvPr>
          <p:cNvSpPr txBox="1"/>
          <p:nvPr/>
        </p:nvSpPr>
        <p:spPr>
          <a:xfrm>
            <a:off x="5586142" y="2081059"/>
            <a:ext cx="3371124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CA" sz="2000" dirty="0" err="1"/>
              <a:t>get_all_valid_moves</a:t>
            </a:r>
            <a:r>
              <a:rPr lang="en-US" sz="2000" dirty="0"/>
              <a:t>(…)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249421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292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Qing Xiao</dc:creator>
  <cp:lastModifiedBy>Yi Qing Xiao</cp:lastModifiedBy>
  <cp:revision>22</cp:revision>
  <dcterms:created xsi:type="dcterms:W3CDTF">2025-12-01T01:28:05Z</dcterms:created>
  <dcterms:modified xsi:type="dcterms:W3CDTF">2025-12-12T00:26:26Z</dcterms:modified>
</cp:coreProperties>
</file>