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sldSz cx="12192000" cy="6858000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45" d="100"/>
          <a:sy n="45" d="100"/>
        </p:scale>
        <p:origin x="196" y="26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8CB33C-54B9-B552-3D96-B18C8B851D2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fr-CA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B7323C5-EAE3-EE42-9EF4-93600C85877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fr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D05F751-E9F5-A0E3-0585-FAED347DAF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86F9F8-2D2A-4D0A-8098-1A54311CFD56}" type="datetimeFigureOut">
              <a:rPr lang="fr-CA" smtClean="0"/>
              <a:t>2025-12-11</a:t>
            </a:fld>
            <a:endParaRPr lang="fr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3BD2D6C-91C9-DDA7-5182-717ECA7E67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0859074-D4FA-BCC5-0421-DBC405B101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C554BF-17EA-4789-800D-92FBABB77BB3}" type="slidenum">
              <a:rPr lang="fr-CA" smtClean="0"/>
              <a:t>‹#›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384927050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B44421-44CE-C74B-F75E-2379BAEA08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fr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4B151EA-48EC-3E78-0E2F-4B638F29727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A3CA824-E8F9-BE36-66A0-E521ACBF86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86F9F8-2D2A-4D0A-8098-1A54311CFD56}" type="datetimeFigureOut">
              <a:rPr lang="fr-CA" smtClean="0"/>
              <a:t>2025-12-11</a:t>
            </a:fld>
            <a:endParaRPr lang="fr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BC37A23-537F-E21C-9C08-070E4F9F4C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B1F2D25-D540-34EC-5BB2-A72D389A27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C554BF-17EA-4789-800D-92FBABB77BB3}" type="slidenum">
              <a:rPr lang="fr-CA" smtClean="0"/>
              <a:t>‹#›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313379813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BBD22B-1D0E-AA9B-823C-96096F0CF4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fr-C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0342674-48BB-9391-6716-1466B290BD8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AD49CD1-0E55-F948-CDFD-655613DE12C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86F9F8-2D2A-4D0A-8098-1A54311CFD56}" type="datetimeFigureOut">
              <a:rPr lang="fr-CA" smtClean="0"/>
              <a:t>2025-12-11</a:t>
            </a:fld>
            <a:endParaRPr lang="fr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1E12BC5-DD39-DFCD-496C-8F70487C65C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09CD43F-FBE7-0643-2F20-C8746765BB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C554BF-17EA-4789-800D-92FBABB77BB3}" type="slidenum">
              <a:rPr lang="fr-CA" smtClean="0"/>
              <a:t>‹#›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85186900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5E1BFF-6FE7-AAC5-8D87-D8F0C5BBEB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fr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E6C1516-DC48-85E9-4E0F-C980A490AC2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CA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A0C3A13-DC69-D400-1E46-47E6BCE553F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CA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578B3C5-D527-F880-A49E-23A1DEEDAA0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86F9F8-2D2A-4D0A-8098-1A54311CFD56}" type="datetimeFigureOut">
              <a:rPr lang="fr-CA" smtClean="0"/>
              <a:t>2025-12-11</a:t>
            </a:fld>
            <a:endParaRPr lang="fr-C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722D546-4039-5C75-65D3-0979646C69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21E6F8B-CC3F-8550-1A38-2D5613E876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C554BF-17EA-4789-800D-92FBABB77BB3}" type="slidenum">
              <a:rPr lang="fr-CA" smtClean="0"/>
              <a:t>‹#›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404254726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4C1AEF-4651-7500-F039-0ABA1F58DEA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fr-C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9F013EC-11CC-6512-2AD9-060B01E49A7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1766BEF-E1D3-A405-5F92-10B4F95350E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CA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0766F91-9666-246B-7DE9-06940580436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70B4EDFB-C0C9-31F9-BDF1-65FB8C19A35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CA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D22F749-BF79-DFE5-B60E-A11DA965CF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86F9F8-2D2A-4D0A-8098-1A54311CFD56}" type="datetimeFigureOut">
              <a:rPr lang="fr-CA" smtClean="0"/>
              <a:t>2025-12-11</a:t>
            </a:fld>
            <a:endParaRPr lang="fr-CA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9C7C3DD-E8FE-7B0E-0776-5758AF807A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706F4A9-4B40-81A2-BDA5-A898B9BD69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C554BF-17EA-4789-800D-92FBABB77BB3}" type="slidenum">
              <a:rPr lang="fr-CA" smtClean="0"/>
              <a:t>‹#›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14174476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C49538-96B0-792F-2A35-0E3325414F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fr-CA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1E64B77-243A-BF8E-BD4B-EBDB7ED9120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86F9F8-2D2A-4D0A-8098-1A54311CFD56}" type="datetimeFigureOut">
              <a:rPr lang="fr-CA" smtClean="0"/>
              <a:t>2025-12-11</a:t>
            </a:fld>
            <a:endParaRPr lang="fr-CA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DDF7D7D-89FC-CE03-D698-8C7A48EBD01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F618716-B5BF-89D5-702A-A339AE3C11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C554BF-17EA-4789-800D-92FBABB77BB3}" type="slidenum">
              <a:rPr lang="fr-CA" smtClean="0"/>
              <a:t>‹#›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303834431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293A88E-4897-98EB-13BE-2FC308D29B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86F9F8-2D2A-4D0A-8098-1A54311CFD56}" type="datetimeFigureOut">
              <a:rPr lang="fr-CA" smtClean="0"/>
              <a:t>2025-12-11</a:t>
            </a:fld>
            <a:endParaRPr lang="fr-CA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F8E423B-B3E3-ABEC-D407-A178940CDB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B06015A-FCA4-B98A-25DF-4B6D5274E8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C554BF-17EA-4789-800D-92FBABB77BB3}" type="slidenum">
              <a:rPr lang="fr-CA" smtClean="0"/>
              <a:t>‹#›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223343194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462A8C-0B20-886E-465B-44C9DABC79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fr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F08957F-73B0-653F-9F43-58172C60EC8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CA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A46251B-8CAB-0B00-D192-9CE09EC5693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E50C5C7-6535-2786-8A1A-256F6D6DAB4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86F9F8-2D2A-4D0A-8098-1A54311CFD56}" type="datetimeFigureOut">
              <a:rPr lang="fr-CA" smtClean="0"/>
              <a:t>2025-12-11</a:t>
            </a:fld>
            <a:endParaRPr lang="fr-C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1820E4F-67D1-014E-CE26-7BEA168D26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F60A6FB-CB3C-1FE3-DCD3-7AD89C40A4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C554BF-17EA-4789-800D-92FBABB77BB3}" type="slidenum">
              <a:rPr lang="fr-CA" smtClean="0"/>
              <a:t>‹#›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131756987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536615-C5DF-4636-206E-55B5AC8657B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fr-CA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CE1EC99-5FE8-2EA3-F2A9-2BA2DA6532C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r-CA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5CA6232-F07F-AF2A-3F5F-18FFB47F54E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2994A17-841B-15E9-052D-644D095410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86F9F8-2D2A-4D0A-8098-1A54311CFD56}" type="datetimeFigureOut">
              <a:rPr lang="fr-CA" smtClean="0"/>
              <a:t>2025-12-11</a:t>
            </a:fld>
            <a:endParaRPr lang="fr-C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492FB5E-1253-4F06-8E7B-857D63ED532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15BF8B9-92AF-750C-7D3E-803CD7850A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C554BF-17EA-4789-800D-92FBABB77BB3}" type="slidenum">
              <a:rPr lang="fr-CA" smtClean="0"/>
              <a:t>‹#›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41676931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96064C-105A-19D7-7E75-763E096FBF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fr-CA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1EBA0A4-6D3C-546B-900C-3F97A95FBB1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CD0327F-CCF0-E4F5-1756-44C907359E8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86F9F8-2D2A-4D0A-8098-1A54311CFD56}" type="datetimeFigureOut">
              <a:rPr lang="fr-CA" smtClean="0"/>
              <a:t>2025-12-11</a:t>
            </a:fld>
            <a:endParaRPr lang="fr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AC1E574-F06A-5B0A-1DA1-BD27AB2603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AA46731-4945-210F-0237-EF12BDE671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C554BF-17EA-4789-800D-92FBABB77BB3}" type="slidenum">
              <a:rPr lang="fr-CA" smtClean="0"/>
              <a:t>‹#›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245219668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A0F38A81-4AB4-A7D4-4184-1322DDCA9ED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fr-CA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6CBC69D-C5EA-20DF-16ED-2ABDF694F30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EEFA055-0EC0-D834-9CAC-D22E619668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86F9F8-2D2A-4D0A-8098-1A54311CFD56}" type="datetimeFigureOut">
              <a:rPr lang="fr-CA" smtClean="0"/>
              <a:t>2025-12-11</a:t>
            </a:fld>
            <a:endParaRPr lang="fr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36BCEA9-BF8D-6807-201E-3F34CB9A8A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EF6C2E4-60A2-C779-42C0-0EB537E1FB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C554BF-17EA-4789-800D-92FBABB77BB3}" type="slidenum">
              <a:rPr lang="fr-CA" smtClean="0"/>
              <a:t>‹#›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118890120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63055FD-E3A0-0977-2A1E-45EA48DAED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fr-C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4D3D88D-B65B-6106-1179-9A3DB2DB058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4B894A5-3E36-75C0-0B84-7FCBC8F38EF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C86F9F8-2D2A-4D0A-8098-1A54311CFD56}" type="datetimeFigureOut">
              <a:rPr lang="fr-CA" smtClean="0"/>
              <a:t>2025-12-11</a:t>
            </a:fld>
            <a:endParaRPr lang="fr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A1F8D10-C16C-2462-7009-0034FDDBFD6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fr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E544ADD-8682-280D-149F-5110AB9C580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8C554BF-17EA-4789-800D-92FBABB77BB3}" type="slidenum">
              <a:rPr lang="fr-CA" smtClean="0"/>
              <a:t>‹#›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348611933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5F5258-07E7-A1EC-E3FB-0F8BB1BF2AC3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DC72CD4-763B-6D8C-8CC1-3E3701646A0A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247318516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5444CB15-AB9F-F7F6-BFDF-D26BB426BA6B}"/>
              </a:ext>
            </a:extLst>
          </p:cNvPr>
          <p:cNvSpPr txBox="1"/>
          <p:nvPr/>
        </p:nvSpPr>
        <p:spPr>
          <a:xfrm>
            <a:off x="409031" y="326753"/>
            <a:ext cx="2579914" cy="400110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2000" dirty="0"/>
              <a:t>ply(…)</a:t>
            </a:r>
            <a:endParaRPr lang="fr-CA" sz="2000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983AF324-D0CC-A0B8-A4B9-513356C879A7}"/>
              </a:ext>
            </a:extLst>
          </p:cNvPr>
          <p:cNvSpPr txBox="1"/>
          <p:nvPr/>
        </p:nvSpPr>
        <p:spPr>
          <a:xfrm>
            <a:off x="1038362" y="1919780"/>
            <a:ext cx="2579914" cy="400110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2000" dirty="0"/>
              <a:t>play(…)</a:t>
            </a:r>
            <a:endParaRPr lang="fr-CA" sz="2000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A6017A1-DB35-0B45-1108-AD73838DB098}"/>
              </a:ext>
            </a:extLst>
          </p:cNvPr>
          <p:cNvSpPr txBox="1"/>
          <p:nvPr/>
        </p:nvSpPr>
        <p:spPr>
          <a:xfrm>
            <a:off x="1038362" y="854765"/>
            <a:ext cx="2579914" cy="400110"/>
          </a:xfrm>
          <a:prstGeom prst="rect">
            <a:avLst/>
          </a:prstGeom>
          <a:solidFill>
            <a:schemeClr val="tx2">
              <a:lumMod val="50000"/>
              <a:lumOff val="50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fr-CA" sz="2000" dirty="0" err="1"/>
              <a:t>is_move_valid</a:t>
            </a:r>
            <a:r>
              <a:rPr lang="en-US" sz="2000" dirty="0"/>
              <a:t>(…)</a:t>
            </a:r>
            <a:endParaRPr lang="fr-CA" sz="20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C50E18E-FD5C-F6AF-4604-4FE030C0ACCC}"/>
              </a:ext>
            </a:extLst>
          </p:cNvPr>
          <p:cNvSpPr txBox="1"/>
          <p:nvPr/>
        </p:nvSpPr>
        <p:spPr>
          <a:xfrm>
            <a:off x="1038362" y="1405778"/>
            <a:ext cx="2579914" cy="400110"/>
          </a:xfrm>
          <a:prstGeom prst="rect">
            <a:avLst/>
          </a:prstGeom>
          <a:solidFill>
            <a:schemeClr val="tx2">
              <a:lumMod val="50000"/>
              <a:lumOff val="50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fr-CA" sz="2000" dirty="0" err="1"/>
              <a:t>is_atk_valid</a:t>
            </a:r>
            <a:r>
              <a:rPr lang="en-US" sz="2000" dirty="0"/>
              <a:t>(…)</a:t>
            </a:r>
            <a:endParaRPr lang="fr-CA" sz="20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367F72F-7A09-FD4B-8F05-81CB78EAB53B}"/>
              </a:ext>
            </a:extLst>
          </p:cNvPr>
          <p:cNvSpPr txBox="1"/>
          <p:nvPr/>
        </p:nvSpPr>
        <p:spPr>
          <a:xfrm>
            <a:off x="1999707" y="2534695"/>
            <a:ext cx="2579914" cy="400110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fr-CA" sz="2000" dirty="0" err="1"/>
              <a:t>upd_post_play</a:t>
            </a:r>
            <a:r>
              <a:rPr lang="en-US" sz="2000" dirty="0"/>
              <a:t>(…)</a:t>
            </a:r>
            <a:endParaRPr lang="fr-CA" sz="2000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BBD6615-B782-B8D6-A00D-0261BBD898F6}"/>
              </a:ext>
            </a:extLst>
          </p:cNvPr>
          <p:cNvSpPr txBox="1"/>
          <p:nvPr/>
        </p:nvSpPr>
        <p:spPr>
          <a:xfrm>
            <a:off x="1038362" y="3048697"/>
            <a:ext cx="3051038" cy="400110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fr-CA" sz="2000" dirty="0" err="1"/>
              <a:t>upd_end_game_state</a:t>
            </a:r>
            <a:r>
              <a:rPr lang="fr-CA" sz="2000" dirty="0"/>
              <a:t>(…)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D88F332-19F5-6514-9776-D7C39F28FAC0}"/>
              </a:ext>
            </a:extLst>
          </p:cNvPr>
          <p:cNvSpPr txBox="1"/>
          <p:nvPr/>
        </p:nvSpPr>
        <p:spPr>
          <a:xfrm>
            <a:off x="6219281" y="326753"/>
            <a:ext cx="2579914" cy="400110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fr-CA" sz="2000" dirty="0" err="1"/>
              <a:t>ply_ag_comm</a:t>
            </a:r>
            <a:r>
              <a:rPr lang="en-US" sz="2000" dirty="0"/>
              <a:t>(…)</a:t>
            </a:r>
            <a:endParaRPr lang="fr-CA" sz="2000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FF4A4E3-92D2-967D-D1D7-DAA7FC2F268E}"/>
              </a:ext>
            </a:extLst>
          </p:cNvPr>
          <p:cNvSpPr txBox="1"/>
          <p:nvPr/>
        </p:nvSpPr>
        <p:spPr>
          <a:xfrm>
            <a:off x="7152732" y="924447"/>
            <a:ext cx="2579914" cy="400110"/>
          </a:xfrm>
          <a:prstGeom prst="rect">
            <a:avLst/>
          </a:prstGeom>
          <a:solidFill>
            <a:schemeClr val="tx2">
              <a:lumMod val="50000"/>
              <a:lumOff val="50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fr-CA" sz="2000" dirty="0" err="1"/>
              <a:t>is_atk_valid</a:t>
            </a:r>
            <a:r>
              <a:rPr lang="en-US" sz="2000" dirty="0"/>
              <a:t>(…)</a:t>
            </a:r>
            <a:endParaRPr lang="fr-CA" sz="2000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8C67BB04-9E69-1609-9B01-2214E1E82534}"/>
              </a:ext>
            </a:extLst>
          </p:cNvPr>
          <p:cNvSpPr txBox="1"/>
          <p:nvPr/>
        </p:nvSpPr>
        <p:spPr>
          <a:xfrm>
            <a:off x="7152732" y="1522141"/>
            <a:ext cx="2579914" cy="400110"/>
          </a:xfrm>
          <a:prstGeom prst="rect">
            <a:avLst/>
          </a:prstGeom>
          <a:solidFill>
            <a:schemeClr val="tx2">
              <a:lumMod val="50000"/>
              <a:lumOff val="50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fr-CA" sz="2000" dirty="0" err="1"/>
              <a:t>is_move_valid</a:t>
            </a:r>
            <a:r>
              <a:rPr lang="en-US" sz="2000" dirty="0"/>
              <a:t>(…)</a:t>
            </a:r>
            <a:endParaRPr lang="fr-CA" sz="2000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813C98B4-7696-AA0E-9B30-332C49B37935}"/>
              </a:ext>
            </a:extLst>
          </p:cNvPr>
          <p:cNvSpPr txBox="1"/>
          <p:nvPr/>
        </p:nvSpPr>
        <p:spPr>
          <a:xfrm>
            <a:off x="7152732" y="2119835"/>
            <a:ext cx="2579914" cy="400110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2000" dirty="0"/>
              <a:t>ply(…)</a:t>
            </a:r>
            <a:endParaRPr lang="fr-CA" sz="2000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56035D07-1A38-723A-2F87-FA7248A87DB5}"/>
              </a:ext>
            </a:extLst>
          </p:cNvPr>
          <p:cNvSpPr txBox="1"/>
          <p:nvPr/>
        </p:nvSpPr>
        <p:spPr>
          <a:xfrm>
            <a:off x="7152732" y="2717529"/>
            <a:ext cx="2579914" cy="400110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fr-CA" sz="2000" dirty="0" err="1"/>
              <a:t>promote</a:t>
            </a:r>
            <a:r>
              <a:rPr lang="en-US" sz="2000" dirty="0"/>
              <a:t>(…)</a:t>
            </a:r>
            <a:endParaRPr lang="fr-CA" sz="2000" dirty="0"/>
          </a:p>
        </p:txBody>
      </p:sp>
    </p:spTree>
    <p:extLst>
      <p:ext uri="{BB962C8B-B14F-4D97-AF65-F5344CB8AC3E}">
        <p14:creationId xmlns:p14="http://schemas.microsoft.com/office/powerpoint/2010/main" val="184065251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4768A9A4-5E7C-52BB-5F2F-97E6384C150F}"/>
              </a:ext>
            </a:extLst>
          </p:cNvPr>
          <p:cNvSpPr txBox="1"/>
          <p:nvPr/>
        </p:nvSpPr>
        <p:spPr>
          <a:xfrm>
            <a:off x="783681" y="758553"/>
            <a:ext cx="2579914" cy="400110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fr-CA" sz="2000" dirty="0" err="1"/>
              <a:t>minmaxAB_loop</a:t>
            </a:r>
            <a:r>
              <a:rPr lang="en-US" sz="2000" dirty="0"/>
              <a:t>(…)</a:t>
            </a:r>
            <a:endParaRPr lang="fr-CA" sz="20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ACBE48D-3AA1-31E0-466F-BB8931BE6963}"/>
              </a:ext>
            </a:extLst>
          </p:cNvPr>
          <p:cNvSpPr txBox="1"/>
          <p:nvPr/>
        </p:nvSpPr>
        <p:spPr>
          <a:xfrm>
            <a:off x="1342481" y="1520553"/>
            <a:ext cx="2579914" cy="400110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fr-CA" sz="2000" dirty="0" err="1"/>
              <a:t>gameStateEval</a:t>
            </a:r>
            <a:r>
              <a:rPr lang="en-US" sz="2000" dirty="0"/>
              <a:t>(…)</a:t>
            </a:r>
            <a:endParaRPr lang="fr-CA" sz="2000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8B933B0-5B02-23F4-86EE-C722E2E6E045}"/>
              </a:ext>
            </a:extLst>
          </p:cNvPr>
          <p:cNvSpPr txBox="1"/>
          <p:nvPr/>
        </p:nvSpPr>
        <p:spPr>
          <a:xfrm>
            <a:off x="1342481" y="1982470"/>
            <a:ext cx="3371124" cy="400110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CA" sz="2000" dirty="0" err="1"/>
              <a:t>get_all_psbl_alg_comm</a:t>
            </a:r>
            <a:r>
              <a:rPr lang="en-US" sz="2000" dirty="0"/>
              <a:t>(…)</a:t>
            </a:r>
            <a:endParaRPr lang="fr-CA" sz="20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5B21085-6B51-7D76-BED9-4AB9417338D0}"/>
              </a:ext>
            </a:extLst>
          </p:cNvPr>
          <p:cNvSpPr txBox="1"/>
          <p:nvPr/>
        </p:nvSpPr>
        <p:spPr>
          <a:xfrm>
            <a:off x="1342481" y="2451100"/>
            <a:ext cx="3371124" cy="400110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fr-CA" sz="2000" dirty="0" err="1"/>
              <a:t>ply_ag_comm</a:t>
            </a:r>
            <a:r>
              <a:rPr lang="en-US" sz="2000" dirty="0"/>
              <a:t>(…)</a:t>
            </a:r>
            <a:endParaRPr lang="fr-CA" sz="200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3C309F9-76AC-5FBB-DD11-BFAA692D3C74}"/>
              </a:ext>
            </a:extLst>
          </p:cNvPr>
          <p:cNvSpPr txBox="1"/>
          <p:nvPr/>
        </p:nvSpPr>
        <p:spPr>
          <a:xfrm>
            <a:off x="1342481" y="2919730"/>
            <a:ext cx="2579914" cy="400110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fr-CA" sz="2000" dirty="0" err="1"/>
              <a:t>minmaxAB_loop</a:t>
            </a:r>
            <a:r>
              <a:rPr lang="en-US" sz="2000" dirty="0"/>
              <a:t>(…)</a:t>
            </a:r>
            <a:endParaRPr lang="fr-CA" sz="2000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48B11B7-2248-E08E-9703-A00F215811AB}"/>
              </a:ext>
            </a:extLst>
          </p:cNvPr>
          <p:cNvSpPr txBox="1"/>
          <p:nvPr/>
        </p:nvSpPr>
        <p:spPr>
          <a:xfrm>
            <a:off x="6371681" y="790061"/>
            <a:ext cx="3371124" cy="400110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CA" sz="2000" dirty="0" err="1"/>
              <a:t>get_all_psbl_alg_comm</a:t>
            </a:r>
            <a:r>
              <a:rPr lang="en-US" sz="2000" dirty="0"/>
              <a:t>(…)</a:t>
            </a:r>
            <a:endParaRPr lang="fr-CA" sz="2000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507AB53-E0BC-C63B-0E82-0A6A73688EF7}"/>
              </a:ext>
            </a:extLst>
          </p:cNvPr>
          <p:cNvSpPr txBox="1"/>
          <p:nvPr/>
        </p:nvSpPr>
        <p:spPr>
          <a:xfrm>
            <a:off x="7070181" y="1520553"/>
            <a:ext cx="3371124" cy="400110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fr-CA" sz="2000" dirty="0" err="1"/>
              <a:t>get_all_valid_atks</a:t>
            </a:r>
            <a:r>
              <a:rPr lang="en-US" sz="2000" dirty="0"/>
              <a:t>(…)</a:t>
            </a:r>
            <a:endParaRPr lang="fr-CA" sz="2000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5940B7DC-0D53-0F6D-3CC4-6F2014E7ABAD}"/>
              </a:ext>
            </a:extLst>
          </p:cNvPr>
          <p:cNvSpPr txBox="1"/>
          <p:nvPr/>
        </p:nvSpPr>
        <p:spPr>
          <a:xfrm>
            <a:off x="7070181" y="2050990"/>
            <a:ext cx="3371124" cy="400110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fr-CA" sz="2000" dirty="0" err="1"/>
              <a:t>get_all_valid_moves</a:t>
            </a:r>
            <a:r>
              <a:rPr lang="en-US" sz="2000" dirty="0"/>
              <a:t>(…)</a:t>
            </a:r>
            <a:endParaRPr lang="fr-CA" sz="2000" dirty="0"/>
          </a:p>
        </p:txBody>
      </p:sp>
    </p:spTree>
    <p:extLst>
      <p:ext uri="{BB962C8B-B14F-4D97-AF65-F5344CB8AC3E}">
        <p14:creationId xmlns:p14="http://schemas.microsoft.com/office/powerpoint/2010/main" val="380862933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830F5EC1-57B5-9246-02CB-A210372CC966}"/>
              </a:ext>
            </a:extLst>
          </p:cNvPr>
          <p:cNvSpPr txBox="1"/>
          <p:nvPr/>
        </p:nvSpPr>
        <p:spPr>
          <a:xfrm>
            <a:off x="542381" y="504553"/>
            <a:ext cx="3371124" cy="400110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fr-CA" sz="2000" dirty="0" err="1"/>
              <a:t>get_all_valid_atks</a:t>
            </a:r>
            <a:r>
              <a:rPr lang="en-US" sz="2000" dirty="0"/>
              <a:t>(…)</a:t>
            </a:r>
            <a:endParaRPr lang="fr-CA" sz="20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0884EFB-70E0-F5CC-298A-14736D77F940}"/>
              </a:ext>
            </a:extLst>
          </p:cNvPr>
          <p:cNvSpPr txBox="1"/>
          <p:nvPr/>
        </p:nvSpPr>
        <p:spPr>
          <a:xfrm>
            <a:off x="1088481" y="1190353"/>
            <a:ext cx="3371124" cy="400110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CA" sz="2000" dirty="0" err="1"/>
              <a:t>get_all_valid_atk_sq</a:t>
            </a:r>
            <a:r>
              <a:rPr lang="en-US" sz="2000" dirty="0"/>
              <a:t>(…)</a:t>
            </a:r>
            <a:endParaRPr lang="fr-CA" sz="2000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C52D0C9-ECF6-06F7-D75B-C7F1F9D8655D}"/>
              </a:ext>
            </a:extLst>
          </p:cNvPr>
          <p:cNvSpPr txBox="1"/>
          <p:nvPr/>
        </p:nvSpPr>
        <p:spPr>
          <a:xfrm>
            <a:off x="440781" y="3914745"/>
            <a:ext cx="3371124" cy="400110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fr-CA" sz="2000" dirty="0" err="1"/>
              <a:t>get_all_valid_moves</a:t>
            </a:r>
            <a:r>
              <a:rPr lang="en-US" sz="2000" dirty="0"/>
              <a:t>(…)</a:t>
            </a:r>
            <a:endParaRPr lang="fr-CA" sz="20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550B1D8-6569-01C4-AB17-00BAECE6E637}"/>
              </a:ext>
            </a:extLst>
          </p:cNvPr>
          <p:cNvSpPr txBox="1"/>
          <p:nvPr/>
        </p:nvSpPr>
        <p:spPr>
          <a:xfrm>
            <a:off x="809081" y="4400490"/>
            <a:ext cx="3371124" cy="400110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CA" sz="2000" dirty="0" err="1"/>
              <a:t>get_all_valid_move_sq</a:t>
            </a:r>
            <a:r>
              <a:rPr lang="en-US" sz="2000" dirty="0"/>
              <a:t>(…)</a:t>
            </a:r>
            <a:endParaRPr lang="fr-CA" sz="20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BD1AF04-7B1F-326E-6CF8-B68D78D74015}"/>
              </a:ext>
            </a:extLst>
          </p:cNvPr>
          <p:cNvSpPr txBox="1"/>
          <p:nvPr/>
        </p:nvSpPr>
        <p:spPr>
          <a:xfrm>
            <a:off x="1444081" y="1876153"/>
            <a:ext cx="3371124" cy="400110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fr-CA" sz="2000" dirty="0" err="1"/>
              <a:t>get_all_atk_sq</a:t>
            </a:r>
            <a:r>
              <a:rPr lang="en-US" sz="2000" dirty="0"/>
              <a:t>(…)</a:t>
            </a:r>
            <a:endParaRPr lang="fr-CA" sz="200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F67B502-F333-1AB6-A1E9-86A98A6ADC78}"/>
              </a:ext>
            </a:extLst>
          </p:cNvPr>
          <p:cNvSpPr txBox="1"/>
          <p:nvPr/>
        </p:nvSpPr>
        <p:spPr>
          <a:xfrm>
            <a:off x="1266281" y="4829144"/>
            <a:ext cx="3371124" cy="400110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fr-CA" sz="2000" dirty="0" err="1"/>
              <a:t>is_move_valid</a:t>
            </a:r>
            <a:r>
              <a:rPr lang="en-US" sz="2000" dirty="0"/>
              <a:t>(…)</a:t>
            </a:r>
            <a:endParaRPr lang="fr-CA" sz="2000" dirty="0"/>
          </a:p>
        </p:txBody>
      </p:sp>
    </p:spTree>
    <p:extLst>
      <p:ext uri="{BB962C8B-B14F-4D97-AF65-F5344CB8AC3E}">
        <p14:creationId xmlns:p14="http://schemas.microsoft.com/office/powerpoint/2010/main" val="89161397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828CE5B0-24E3-CA45-6C54-38D5D1E9FC9E}"/>
              </a:ext>
            </a:extLst>
          </p:cNvPr>
          <p:cNvSpPr txBox="1"/>
          <p:nvPr/>
        </p:nvSpPr>
        <p:spPr>
          <a:xfrm>
            <a:off x="110581" y="41465"/>
            <a:ext cx="2579914" cy="400110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fr-CA" sz="2000" dirty="0" err="1"/>
              <a:t>minmaxAB_loop</a:t>
            </a:r>
            <a:r>
              <a:rPr lang="en-US" sz="2000" dirty="0"/>
              <a:t>(…)</a:t>
            </a:r>
            <a:endParaRPr lang="fr-CA" sz="20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20EAB38-3CE2-C36D-F289-34133E137A04}"/>
              </a:ext>
            </a:extLst>
          </p:cNvPr>
          <p:cNvSpPr txBox="1"/>
          <p:nvPr/>
        </p:nvSpPr>
        <p:spPr>
          <a:xfrm>
            <a:off x="669381" y="503382"/>
            <a:ext cx="2579914" cy="400110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fr-CA" sz="2000" dirty="0" err="1"/>
              <a:t>gameStateEval</a:t>
            </a:r>
            <a:r>
              <a:rPr lang="en-US" sz="2000" dirty="0"/>
              <a:t>(…)</a:t>
            </a:r>
            <a:endParaRPr lang="fr-CA" sz="2000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8EF47E7-5258-F12B-6A41-0CF1698D5BC2}"/>
              </a:ext>
            </a:extLst>
          </p:cNvPr>
          <p:cNvSpPr txBox="1"/>
          <p:nvPr/>
        </p:nvSpPr>
        <p:spPr>
          <a:xfrm>
            <a:off x="667476" y="965300"/>
            <a:ext cx="3371124" cy="400110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CA" sz="2000" dirty="0" err="1"/>
              <a:t>get_all_psbl_alg_comm</a:t>
            </a:r>
            <a:r>
              <a:rPr lang="en-US" sz="2000" dirty="0"/>
              <a:t>(…)</a:t>
            </a:r>
            <a:endParaRPr lang="fr-CA" sz="20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9C826F2-46C7-F8F4-7B24-D78D41721A77}"/>
              </a:ext>
            </a:extLst>
          </p:cNvPr>
          <p:cNvSpPr txBox="1"/>
          <p:nvPr/>
        </p:nvSpPr>
        <p:spPr>
          <a:xfrm>
            <a:off x="667476" y="2258342"/>
            <a:ext cx="3371124" cy="400110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fr-CA" sz="2000" dirty="0" err="1"/>
              <a:t>ply_ag_comm</a:t>
            </a:r>
            <a:r>
              <a:rPr lang="en-US" sz="2000" dirty="0"/>
              <a:t>(…)</a:t>
            </a:r>
            <a:endParaRPr lang="fr-CA" sz="20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933DB8D-E767-33C2-EDE7-9809215B6C1A}"/>
              </a:ext>
            </a:extLst>
          </p:cNvPr>
          <p:cNvSpPr txBox="1"/>
          <p:nvPr/>
        </p:nvSpPr>
        <p:spPr>
          <a:xfrm>
            <a:off x="667476" y="4506340"/>
            <a:ext cx="2579914" cy="400110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fr-CA" sz="2000" dirty="0" err="1"/>
              <a:t>minmaxAB_loop</a:t>
            </a:r>
            <a:r>
              <a:rPr lang="en-US" sz="2000" dirty="0"/>
              <a:t>(…)</a:t>
            </a:r>
            <a:endParaRPr lang="fr-CA" sz="200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E4AF399-6608-BFB5-5D62-662DBE7BE2A9}"/>
              </a:ext>
            </a:extLst>
          </p:cNvPr>
          <p:cNvSpPr txBox="1"/>
          <p:nvPr/>
        </p:nvSpPr>
        <p:spPr>
          <a:xfrm>
            <a:off x="1004933" y="1396314"/>
            <a:ext cx="3371124" cy="400110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fr-CA" sz="2000" dirty="0" err="1"/>
              <a:t>get_all_valid_atks</a:t>
            </a:r>
            <a:r>
              <a:rPr lang="en-US" sz="2000" dirty="0"/>
              <a:t>(…)</a:t>
            </a:r>
            <a:endParaRPr lang="fr-CA" sz="2000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EF89BF0-B9DC-CF83-DFFD-493281632CA6}"/>
              </a:ext>
            </a:extLst>
          </p:cNvPr>
          <p:cNvSpPr txBox="1"/>
          <p:nvPr/>
        </p:nvSpPr>
        <p:spPr>
          <a:xfrm>
            <a:off x="1004933" y="1827328"/>
            <a:ext cx="3371124" cy="400110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fr-CA" sz="2000" dirty="0" err="1"/>
              <a:t>get_all_valid_moves</a:t>
            </a:r>
            <a:r>
              <a:rPr lang="en-US" sz="2000" dirty="0"/>
              <a:t>(…)</a:t>
            </a:r>
            <a:endParaRPr lang="fr-CA" sz="2000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5655BF6-5EC6-E413-1007-830592E046EB}"/>
              </a:ext>
            </a:extLst>
          </p:cNvPr>
          <p:cNvSpPr txBox="1"/>
          <p:nvPr/>
        </p:nvSpPr>
        <p:spPr>
          <a:xfrm>
            <a:off x="1003028" y="2720259"/>
            <a:ext cx="2579914" cy="400110"/>
          </a:xfrm>
          <a:prstGeom prst="rect">
            <a:avLst/>
          </a:prstGeom>
          <a:solidFill>
            <a:schemeClr val="tx2">
              <a:lumMod val="50000"/>
              <a:lumOff val="50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fr-CA" sz="2000" dirty="0" err="1"/>
              <a:t>is_atk_valid</a:t>
            </a:r>
            <a:r>
              <a:rPr lang="en-US" sz="2000" dirty="0"/>
              <a:t>(…)</a:t>
            </a:r>
            <a:endParaRPr lang="fr-CA" sz="2000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0B2CDA0-12F5-5A7B-3343-7E185518A40B}"/>
              </a:ext>
            </a:extLst>
          </p:cNvPr>
          <p:cNvSpPr txBox="1"/>
          <p:nvPr/>
        </p:nvSpPr>
        <p:spPr>
          <a:xfrm>
            <a:off x="1003028" y="3167397"/>
            <a:ext cx="2579914" cy="400110"/>
          </a:xfrm>
          <a:prstGeom prst="rect">
            <a:avLst/>
          </a:prstGeom>
          <a:solidFill>
            <a:schemeClr val="tx2">
              <a:lumMod val="50000"/>
              <a:lumOff val="50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fr-CA" sz="2000" dirty="0" err="1"/>
              <a:t>is_move_valid</a:t>
            </a:r>
            <a:r>
              <a:rPr lang="en-US" sz="2000" dirty="0"/>
              <a:t>(…)</a:t>
            </a:r>
            <a:endParaRPr lang="fr-CA" sz="2000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4A13A9EB-813E-55FA-2F6E-5359E0019D53}"/>
              </a:ext>
            </a:extLst>
          </p:cNvPr>
          <p:cNvSpPr txBox="1"/>
          <p:nvPr/>
        </p:nvSpPr>
        <p:spPr>
          <a:xfrm>
            <a:off x="1003028" y="3612064"/>
            <a:ext cx="2579914" cy="400110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2000" dirty="0"/>
              <a:t>ply(…)</a:t>
            </a:r>
            <a:endParaRPr lang="fr-CA" sz="2000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C52D4EBC-08D5-6172-3CB8-98A4DB377EB5}"/>
              </a:ext>
            </a:extLst>
          </p:cNvPr>
          <p:cNvSpPr txBox="1"/>
          <p:nvPr/>
        </p:nvSpPr>
        <p:spPr>
          <a:xfrm>
            <a:off x="1003028" y="4059202"/>
            <a:ext cx="2579914" cy="400110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fr-CA" sz="2000" dirty="0" err="1"/>
              <a:t>promote</a:t>
            </a:r>
            <a:r>
              <a:rPr lang="en-US" sz="2000" dirty="0"/>
              <a:t>(…)</a:t>
            </a:r>
            <a:endParaRPr lang="fr-CA" sz="2000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E9A46817-11A8-A9D0-1FD9-1C88F2F8D6BE}"/>
              </a:ext>
            </a:extLst>
          </p:cNvPr>
          <p:cNvSpPr txBox="1"/>
          <p:nvPr/>
        </p:nvSpPr>
        <p:spPr>
          <a:xfrm>
            <a:off x="4691790" y="3604461"/>
            <a:ext cx="2579914" cy="400110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2000" dirty="0"/>
              <a:t>ply(…)</a:t>
            </a:r>
            <a:endParaRPr lang="fr-CA" sz="2000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A5BB8364-0406-E1DA-2C52-E02981F0FC1D}"/>
              </a:ext>
            </a:extLst>
          </p:cNvPr>
          <p:cNvSpPr txBox="1"/>
          <p:nvPr/>
        </p:nvSpPr>
        <p:spPr>
          <a:xfrm>
            <a:off x="5316949" y="4985114"/>
            <a:ext cx="2579914" cy="400110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2000" dirty="0"/>
              <a:t>play(…)</a:t>
            </a:r>
            <a:endParaRPr lang="fr-CA" sz="2000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3385DAC2-EEE3-1873-E657-1790B2E43388}"/>
              </a:ext>
            </a:extLst>
          </p:cNvPr>
          <p:cNvSpPr txBox="1"/>
          <p:nvPr/>
        </p:nvSpPr>
        <p:spPr>
          <a:xfrm>
            <a:off x="4985525" y="4056664"/>
            <a:ext cx="2579914" cy="400110"/>
          </a:xfrm>
          <a:prstGeom prst="rect">
            <a:avLst/>
          </a:prstGeom>
          <a:solidFill>
            <a:schemeClr val="tx2">
              <a:lumMod val="50000"/>
              <a:lumOff val="50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fr-CA" sz="2000" dirty="0" err="1"/>
              <a:t>is_move_valid</a:t>
            </a:r>
            <a:r>
              <a:rPr lang="en-US" sz="2000" dirty="0"/>
              <a:t>(…)</a:t>
            </a:r>
            <a:endParaRPr lang="fr-CA" sz="2000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76B8CB29-826E-426D-C4A8-BADC4611EE6B}"/>
              </a:ext>
            </a:extLst>
          </p:cNvPr>
          <p:cNvSpPr txBox="1"/>
          <p:nvPr/>
        </p:nvSpPr>
        <p:spPr>
          <a:xfrm>
            <a:off x="4985525" y="4518861"/>
            <a:ext cx="2579914" cy="400110"/>
          </a:xfrm>
          <a:prstGeom prst="rect">
            <a:avLst/>
          </a:prstGeom>
          <a:solidFill>
            <a:schemeClr val="tx2">
              <a:lumMod val="50000"/>
              <a:lumOff val="50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fr-CA" sz="2000" dirty="0" err="1"/>
              <a:t>is_atk_valid</a:t>
            </a:r>
            <a:r>
              <a:rPr lang="en-US" sz="2000" dirty="0"/>
              <a:t>(…)</a:t>
            </a:r>
            <a:endParaRPr lang="fr-CA" sz="2000" dirty="0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8C6A4599-E218-7F5B-320B-B00226D769EB}"/>
              </a:ext>
            </a:extLst>
          </p:cNvPr>
          <p:cNvSpPr txBox="1"/>
          <p:nvPr/>
        </p:nvSpPr>
        <p:spPr>
          <a:xfrm>
            <a:off x="5316949" y="5423707"/>
            <a:ext cx="2579914" cy="400110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fr-CA" sz="2000" dirty="0" err="1"/>
              <a:t>upd_post_play</a:t>
            </a:r>
            <a:r>
              <a:rPr lang="en-US" sz="2000" dirty="0"/>
              <a:t>(…)</a:t>
            </a:r>
            <a:endParaRPr lang="fr-CA" sz="2000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E697CAB5-011D-0507-69F7-9D43BB52B663}"/>
              </a:ext>
            </a:extLst>
          </p:cNvPr>
          <p:cNvSpPr txBox="1"/>
          <p:nvPr/>
        </p:nvSpPr>
        <p:spPr>
          <a:xfrm>
            <a:off x="4985525" y="5876130"/>
            <a:ext cx="3051038" cy="400110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fr-CA" sz="2000" dirty="0" err="1"/>
              <a:t>upd_end_game_state</a:t>
            </a:r>
            <a:r>
              <a:rPr lang="fr-CA" sz="2000" dirty="0"/>
              <a:t>(…)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55A11505-87DC-9075-2BCF-84D5FD693683}"/>
              </a:ext>
            </a:extLst>
          </p:cNvPr>
          <p:cNvSpPr txBox="1"/>
          <p:nvPr/>
        </p:nvSpPr>
        <p:spPr>
          <a:xfrm>
            <a:off x="5855335" y="888135"/>
            <a:ext cx="3371124" cy="400110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CA" sz="2000" dirty="0" err="1"/>
              <a:t>get_all_valid_atk_sq</a:t>
            </a:r>
            <a:r>
              <a:rPr lang="en-US" sz="2000" dirty="0"/>
              <a:t>(…)</a:t>
            </a:r>
            <a:endParaRPr lang="fr-CA" sz="2000" dirty="0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D71A688E-961A-24DD-9D1B-F4C58C20FF28}"/>
              </a:ext>
            </a:extLst>
          </p:cNvPr>
          <p:cNvSpPr txBox="1"/>
          <p:nvPr/>
        </p:nvSpPr>
        <p:spPr>
          <a:xfrm>
            <a:off x="6149070" y="1345335"/>
            <a:ext cx="3371124" cy="400110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fr-CA" sz="2000" dirty="0" err="1"/>
              <a:t>get_all_atk_sq</a:t>
            </a:r>
            <a:r>
              <a:rPr lang="en-US" sz="2000" dirty="0"/>
              <a:t>(…)</a:t>
            </a:r>
            <a:endParaRPr lang="fr-CA" sz="2000" dirty="0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B1AA5932-8A06-F4D0-D5D0-71BD4F04273C}"/>
              </a:ext>
            </a:extLst>
          </p:cNvPr>
          <p:cNvSpPr txBox="1"/>
          <p:nvPr/>
        </p:nvSpPr>
        <p:spPr>
          <a:xfrm>
            <a:off x="5586142" y="441575"/>
            <a:ext cx="3371124" cy="400110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fr-CA" sz="2000" dirty="0" err="1"/>
              <a:t>get_all_valid_atks</a:t>
            </a:r>
            <a:r>
              <a:rPr lang="en-US" sz="2000" dirty="0"/>
              <a:t>(…)</a:t>
            </a:r>
            <a:endParaRPr lang="fr-CA" sz="2000" dirty="0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41BFCFD1-2F0A-5041-C544-919CEB4243D5}"/>
              </a:ext>
            </a:extLst>
          </p:cNvPr>
          <p:cNvSpPr txBox="1"/>
          <p:nvPr/>
        </p:nvSpPr>
        <p:spPr>
          <a:xfrm>
            <a:off x="5855335" y="2518330"/>
            <a:ext cx="3371124" cy="400110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CA" sz="2000" dirty="0" err="1"/>
              <a:t>get_all_valid_move_sq</a:t>
            </a:r>
            <a:r>
              <a:rPr lang="en-US" sz="2000" dirty="0"/>
              <a:t>(…)</a:t>
            </a:r>
            <a:endParaRPr lang="fr-CA" sz="2000" dirty="0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A87C42B7-917A-6444-4B5C-808B889965AC}"/>
              </a:ext>
            </a:extLst>
          </p:cNvPr>
          <p:cNvSpPr txBox="1"/>
          <p:nvPr/>
        </p:nvSpPr>
        <p:spPr>
          <a:xfrm>
            <a:off x="6096000" y="2970533"/>
            <a:ext cx="3371124" cy="400110"/>
          </a:xfrm>
          <a:prstGeom prst="rect">
            <a:avLst/>
          </a:prstGeom>
          <a:solidFill>
            <a:schemeClr val="tx2">
              <a:lumMod val="50000"/>
              <a:lumOff val="50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fr-CA" sz="2000" dirty="0" err="1"/>
              <a:t>is_move_valid</a:t>
            </a:r>
            <a:r>
              <a:rPr lang="en-US" sz="2000" dirty="0"/>
              <a:t>(…)</a:t>
            </a:r>
            <a:endParaRPr lang="fr-CA" sz="2000" dirty="0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909BAF2B-FC4C-AA4B-D01E-43A0876A4041}"/>
              </a:ext>
            </a:extLst>
          </p:cNvPr>
          <p:cNvSpPr txBox="1"/>
          <p:nvPr/>
        </p:nvSpPr>
        <p:spPr>
          <a:xfrm>
            <a:off x="5586142" y="2081059"/>
            <a:ext cx="3371124" cy="400110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fr-CA" sz="2000" dirty="0" err="1"/>
              <a:t>get_all_valid_moves</a:t>
            </a:r>
            <a:r>
              <a:rPr lang="en-US" sz="2000" dirty="0"/>
              <a:t>(…)</a:t>
            </a:r>
            <a:endParaRPr lang="fr-CA" sz="2000" dirty="0"/>
          </a:p>
        </p:txBody>
      </p:sp>
      <p:cxnSp>
        <p:nvCxnSpPr>
          <p:cNvPr id="3" name="Straight Arrow Connector 2">
            <a:extLst>
              <a:ext uri="{FF2B5EF4-FFF2-40B4-BE49-F238E27FC236}">
                <a16:creationId xmlns:a16="http://schemas.microsoft.com/office/drawing/2014/main" id="{F81BF18D-EC8D-5B0A-2F36-2274C70C2A5F}"/>
              </a:ext>
            </a:extLst>
          </p:cNvPr>
          <p:cNvCxnSpPr>
            <a:stCxn id="9" idx="3"/>
            <a:endCxn id="27" idx="1"/>
          </p:cNvCxnSpPr>
          <p:nvPr/>
        </p:nvCxnSpPr>
        <p:spPr>
          <a:xfrm flipV="1">
            <a:off x="4376057" y="641630"/>
            <a:ext cx="1210085" cy="954739"/>
          </a:xfrm>
          <a:prstGeom prst="straightConnector1">
            <a:avLst/>
          </a:prstGeom>
          <a:ln w="57150">
            <a:tailEnd type="arrow" w="lg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4BB9DE1D-7A34-E5A5-AF16-F564DA7D9C98}"/>
              </a:ext>
            </a:extLst>
          </p:cNvPr>
          <p:cNvCxnSpPr>
            <a:cxnSpLocks/>
            <a:stCxn id="10" idx="3"/>
            <a:endCxn id="30" idx="1"/>
          </p:cNvCxnSpPr>
          <p:nvPr/>
        </p:nvCxnSpPr>
        <p:spPr>
          <a:xfrm>
            <a:off x="4376057" y="2027383"/>
            <a:ext cx="1210085" cy="253731"/>
          </a:xfrm>
          <a:prstGeom prst="straightConnector1">
            <a:avLst/>
          </a:prstGeom>
          <a:ln w="57150">
            <a:tailEnd type="arrow" w="lg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73BE38C0-A4EC-0577-9DC1-933AA1328461}"/>
              </a:ext>
            </a:extLst>
          </p:cNvPr>
          <p:cNvCxnSpPr>
            <a:cxnSpLocks/>
            <a:stCxn id="13" idx="3"/>
            <a:endCxn id="19" idx="1"/>
          </p:cNvCxnSpPr>
          <p:nvPr/>
        </p:nvCxnSpPr>
        <p:spPr>
          <a:xfrm flipV="1">
            <a:off x="3582942" y="3804516"/>
            <a:ext cx="1108848" cy="7603"/>
          </a:xfrm>
          <a:prstGeom prst="straightConnector1">
            <a:avLst/>
          </a:prstGeom>
          <a:ln w="57150">
            <a:tailEnd type="arrow" w="lg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9421463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214</TotalTime>
  <Words>292</Words>
  <Application>Microsoft Office PowerPoint</Application>
  <PresentationFormat>Widescreen</PresentationFormat>
  <Paragraphs>48</Paragraphs>
  <Slides>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9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Yi Qing Xiao</dc:creator>
  <cp:lastModifiedBy>Yi Qing Xiao</cp:lastModifiedBy>
  <cp:revision>23</cp:revision>
  <dcterms:created xsi:type="dcterms:W3CDTF">2025-12-01T01:28:05Z</dcterms:created>
  <dcterms:modified xsi:type="dcterms:W3CDTF">2025-12-12T01:09:21Z</dcterms:modified>
</cp:coreProperties>
</file>